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Bluestock MF Analytics 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&amp;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Build a scalable data pipeline and BI dashboard for Indian MFs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mfapi.in and 10 provided datasets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Star Schema with SQLite &amp; Streamlit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Highlights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AUM dominated by SBI at 12.5L Cr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Highlights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SIP Inflows hit all time high of 31k Cr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Metrics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Sharpe &amp; Sortino Ratios mapped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Metrics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Alpha &amp; Beta calculated against Nifty 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Industry Overview &amp; Fund Performance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Investor Demographics &amp; SIP Trends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Mid-cap funds outperformed large-cap by 3.2% alpha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